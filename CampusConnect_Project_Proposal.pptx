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F11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F11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CampusConnect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Club &amp; Event Management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12700">
            <a:solidFill>
              <a:srgbClr val="5A4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Dooms  •  Batch 4B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Forhad Hossen   |   Rupok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System Analysis Lab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Rafat Ara   |   UITS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university clubs and events need a better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6712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6" name="Image 0" descr="icons/Fi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51" y="230319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743200"/>
            <a:ext cx="4672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and event details are spread across social media, messages, forms, and manual records.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47688" y="216712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1" name="Image 1" descr="icons/Fi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51" y="230319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305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events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47688" y="2743200"/>
            <a:ext cx="4672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miss events or find the registration process inconvenient.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36168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6" name="Image 2" descr="icons/FiEdi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1" y="449775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management tool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2688" y="4937760"/>
            <a:ext cx="4672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need a simple way to create events and manage participants.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4069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47688" y="436168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1" name="Image 3" descr="icons/Fi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51" y="449775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 records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47688" y="4937760"/>
            <a:ext cx="4672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 make event and attendance management less organized.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663440" cy="4709160"/>
          </a:xfrm>
          <a:prstGeom prst="roundRect">
            <a:avLst>
              <a:gd name="adj" fmla="val 2353"/>
            </a:avLst>
          </a:prstGeom>
          <a:solidFill>
            <a:srgbClr val="2D1B69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7830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CampusConnect is a simple web-based platform for university clubs and events.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60120" y="3520440"/>
            <a:ext cx="9144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3560" y="1508760"/>
            <a:ext cx="512064" cy="512064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7" name="Image 0" descr="icons/Fi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455" y="163165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36792" y="1453896"/>
            <a:ext cx="5184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browse clubs and upcoming events and register.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23560" y="2624328"/>
            <a:ext cx="512064" cy="512064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0" name="Image 1" descr="icons/Fi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455" y="2747223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2569464"/>
            <a:ext cx="5184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organizers can create and manage events and participants.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23560" y="3739896"/>
            <a:ext cx="512064" cy="512064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3" name="Image 2" descr="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455" y="3862791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36792" y="3685032"/>
            <a:ext cx="5184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manage clubs/users and approve events.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623560" y="4855464"/>
            <a:ext cx="512064" cy="512064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6" name="Image 3" descr="icons/Fi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455" y="4978359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36792" y="4800600"/>
            <a:ext cx="5184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system keeps the core records organized.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/ Users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sx="100000" sy="100000" kx="0" ky="0" algn="bl" rotWithShape="0" blurRad="101600" dist="38100" dir="5400000">
              <a:srgbClr val="1F1147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34540" y="1984248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5" name="Image 0" descr="icons/Fi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1671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943100" y="3429000"/>
            <a:ext cx="9144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36576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clubs and events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431596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events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97433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registrations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sx="100000" sy="100000" kx="0" ky="0" algn="bl" rotWithShape="0" blurRad="101600" dist="38100" dir="5400000">
              <a:srgbClr val="1F114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75020" y="1984248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3" name="Image 1" descr="icons/Fi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1671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2926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Organizer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783580" y="3429000"/>
            <a:ext cx="9144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36576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club information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800600" y="431596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Create/manage events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800600" y="497433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participants &amp; record attendance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32104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  <a:effectLst>
            <a:outerShdw sx="100000" sy="100000" kx="0" ky="0" algn="bl" rotWithShape="0" blurRad="101600" dist="38100" dir="5400000">
              <a:srgbClr val="1F1147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715500" y="1984248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1" name="Image 2" descr="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216712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03920" y="2926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624060" y="3429000"/>
            <a:ext cx="9144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41080" y="36576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clubs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641080" y="431596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events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641080" y="497433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basic system information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5F3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09928"/>
            <a:ext cx="585216" cy="585216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5" name="Image 0" descr="icons/Fi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2" y="1850380"/>
            <a:ext cx="304312" cy="304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0200"/>
            <a:ext cx="9601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centralized platform for university club and event activities.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532888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642616"/>
            <a:ext cx="585216" cy="585216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9" name="Image 1" descr="icons/Fi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2" y="2783068"/>
            <a:ext cx="304312" cy="304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532888"/>
            <a:ext cx="9601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event discovery and registration easier for students.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3465576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5F3FB"/>
          </a:solidFill>
          <a:ln/>
        </p:spPr>
      </p:sp>
      <p:sp>
        <p:nvSpPr>
          <p:cNvPr id="12" name="Shape 8"/>
          <p:cNvSpPr/>
          <p:nvPr/>
        </p:nvSpPr>
        <p:spPr>
          <a:xfrm>
            <a:off x="868680" y="3575304"/>
            <a:ext cx="585216" cy="585216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3" name="Image 2" descr="icons/Fi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2" y="3715756"/>
            <a:ext cx="304312" cy="304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465576"/>
            <a:ext cx="9601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organizers manage events and participants.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4398264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868680" y="4507992"/>
            <a:ext cx="585216" cy="585216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7" name="Image 3" descr="icons/FiMinimiz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2" y="4648444"/>
            <a:ext cx="304312" cy="304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398264"/>
            <a:ext cx="9601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record keeping.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40080" y="5330952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5F3FB"/>
          </a:solidFill>
          <a:ln/>
        </p:spPr>
      </p:sp>
      <p:sp>
        <p:nvSpPr>
          <p:cNvPr id="20" name="Shape 14"/>
          <p:cNvSpPr/>
          <p:nvPr/>
        </p:nvSpPr>
        <p:spPr>
          <a:xfrm>
            <a:off x="868680" y="5440680"/>
            <a:ext cx="585216" cy="585216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1" name="Image 4" descr="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32" y="5581132"/>
            <a:ext cx="304312" cy="304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91640" y="5330952"/>
            <a:ext cx="9601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simple role-based access.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16836" y="187452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6" name="Image 0" descr="icons/Fi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899" y="20105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login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480560" y="15544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957316" y="187452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1" name="Image 1" descr="icons/Fi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379" y="201058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listing and basic club management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321040" y="155448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0392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9797796" y="187452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6" name="Image 2" descr="icons/Fi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859" y="201058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creation and management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3977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2116836" y="420624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1" name="Image 3" descr="icons/Fi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899" y="434230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registration with participant capacity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480560" y="3886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663440" y="3977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5957316" y="420624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6" name="Image 4" descr="icons/FiCheck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379" y="434230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list and simple attendance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8321040" y="3886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503920" y="3977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9797796" y="4206240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31" name="Image 5" descr="icons/FiBarChart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3859" y="434230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9640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admin dashboard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4" name="Image 0" descr="icons/Fi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59471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39903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53512" y="139903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Club/Event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62600" y="1399032"/>
            <a:ext cx="411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74080" y="139903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47232" y="139903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56320" y="1399032"/>
            <a:ext cx="411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67800" y="139903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0952" y="139903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5" name="Image 1" descr="icons/Fi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69199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514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880360" y="249631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53512" y="249631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62600" y="2496312"/>
            <a:ext cx="411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974080" y="249631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47232" y="249631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656320" y="2496312"/>
            <a:ext cx="411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067800" y="249631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40952" y="249631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Participants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6" name="Image 2" descr="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789274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25880" y="3611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2880360" y="359359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953512" y="359359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Users/Clubs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5562600" y="3593592"/>
            <a:ext cx="411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5974080" y="359359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047232" y="359359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Events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8656320" y="3593592"/>
            <a:ext cx="411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9067800" y="3593592"/>
            <a:ext cx="2682240" cy="676656"/>
          </a:xfrm>
          <a:prstGeom prst="roundRect">
            <a:avLst>
              <a:gd name="adj" fmla="val 10811"/>
            </a:avLst>
          </a:prstGeom>
          <a:solidFill>
            <a:srgbClr val="F5F3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140952" y="3593592"/>
            <a:ext cx="25359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D1B69"/>
          </a:solidFill>
          <a:ln/>
        </p:spPr>
      </p:sp>
      <p:sp>
        <p:nvSpPr>
          <p:cNvPr id="37" name="Shape 32"/>
          <p:cNvSpPr/>
          <p:nvPr/>
        </p:nvSpPr>
        <p:spPr>
          <a:xfrm>
            <a:off x="868680" y="5038344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8" name="Image 3" descr="icons/Fi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3" y="5174407"/>
            <a:ext cx="294803" cy="29480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600200" y="489204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Event:  </a:t>
            </a:r>
            <a:pPr indent="0" marL="0">
              <a:buNone/>
            </a:pPr>
            <a:r>
              <a:rPr lang="en-US" sz="1400" dirty="0">
                <a:solidFill>
                  <a:srgbClr val="D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records attendance.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05256" y="2221992"/>
            <a:ext cx="0" cy="905256"/>
          </a:xfrm>
          <a:prstGeom prst="line">
            <a:avLst/>
          </a:prstGeom>
          <a:noFill/>
          <a:ln w="25400">
            <a:solidFill>
              <a:srgbClr val="C9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53312" y="1581912"/>
            <a:ext cx="454456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192" y="158191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basic user requirements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5256" y="3639312"/>
            <a:ext cx="0" cy="905256"/>
          </a:xfrm>
          <a:prstGeom prst="line">
            <a:avLst/>
          </a:prstGeom>
          <a:noFill/>
          <a:ln w="25400">
            <a:solidFill>
              <a:srgbClr val="C9C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53312" y="2999232"/>
            <a:ext cx="454456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29992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design the system/database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53312" y="4416552"/>
            <a:ext cx="454456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44165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SRS and system diagrams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0256" y="2221992"/>
            <a:ext cx="0" cy="905256"/>
          </a:xfrm>
          <a:prstGeom prst="line">
            <a:avLst/>
          </a:prstGeom>
          <a:noFill/>
          <a:ln w="25400">
            <a:solidFill>
              <a:srgbClr val="C9C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691640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68312" y="1581912"/>
            <a:ext cx="454456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158191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core web application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0256" y="3639312"/>
            <a:ext cx="0" cy="905256"/>
          </a:xfrm>
          <a:prstGeom prst="line">
            <a:avLst/>
          </a:prstGeom>
          <a:noFill/>
          <a:ln w="25400">
            <a:solidFill>
              <a:srgbClr val="C9C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108960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1089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068312" y="2999232"/>
            <a:ext cx="454456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29992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main features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55080" y="4526280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526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068312" y="4416552"/>
            <a:ext cx="454456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44165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and demonstrate the final MVP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9344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4" name="Image 0" descr="icons/Fi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4" y="1736628"/>
            <a:ext cx="275783" cy="2757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5448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977640" y="1554480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/ React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0"/>
          </a:xfrm>
          <a:prstGeom prst="line">
            <a:avLst/>
          </a:prstGeom>
          <a:noFill/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395728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9" name="Image 1" descr="icons/Fi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64" y="2523012"/>
            <a:ext cx="275783" cy="2757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340864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977640" y="2340864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072384"/>
            <a:ext cx="10881360" cy="0"/>
          </a:xfrm>
          <a:prstGeom prst="line">
            <a:avLst/>
          </a:prstGeom>
          <a:noFill/>
          <a:ln w="12700">
            <a:solidFill>
              <a:srgbClr val="E7E3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3182112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4" name="Image 2" descr="icons/Fi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" y="3309396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2724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977640" y="3127248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3858768"/>
            <a:ext cx="10881360" cy="0"/>
          </a:xfrm>
          <a:prstGeom prst="line">
            <a:avLst/>
          </a:prstGeom>
          <a:noFill/>
          <a:ln w="12700">
            <a:solidFill>
              <a:srgbClr val="E7E3F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3968496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9" name="Image 3" descr="icons/Fi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" y="4095780"/>
            <a:ext cx="275783" cy="27578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913632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977640" y="3913632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0080" y="4645152"/>
            <a:ext cx="10881360" cy="0"/>
          </a:xfrm>
          <a:prstGeom prst="line">
            <a:avLst/>
          </a:prstGeom>
          <a:noFill/>
          <a:ln w="12700">
            <a:solidFill>
              <a:srgbClr val="E7E3F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4754880"/>
            <a:ext cx="530352" cy="530352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4" name="Image 4" descr="icons/FiTo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" y="4882164"/>
            <a:ext cx="275783" cy="27578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700016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3977640" y="4700016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Git/GitHub, Postman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50000"/>
            </a:avLst>
          </a:prstGeom>
          <a:solidFill>
            <a:srgbClr val="F5F3FB"/>
          </a:solidFill>
          <a:ln/>
        </p:spPr>
      </p:sp>
      <p:sp>
        <p:nvSpPr>
          <p:cNvPr id="28" name="Text 21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 </a:t>
            </a:r>
            <a:pPr indent="0" marL="0">
              <a:buNone/>
            </a:pPr>
            <a:r>
              <a:rPr lang="en-US" sz="1300" i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implementation suitable for a short academic project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856232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5" name="Image 0" descr="icons/Fi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1987906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51460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discovery of university clubs and events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48056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36592" y="1856232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9" name="Image 1" descr="icons/Fi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266" y="198790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36592" y="251460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event registration for students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32104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577072" y="1856232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3" name="Image 2" descr="icons/FiArch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746" y="198790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7072" y="251460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participant and attendance records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96112" y="4096512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7" name="Image 3" descr="icons/Fi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6" y="4228186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475488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event management for club organizers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4805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36592" y="4096512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1" name="Image 4" descr="icons/Fi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266" y="4228186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36592" y="475488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administrative control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83210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577072" y="4096512"/>
            <a:ext cx="548640" cy="5486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5" name="Image 5" descr="icons/FiAw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8746" y="4228186"/>
            <a:ext cx="285293" cy="28529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77072" y="475488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understandable academic MVP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5F3F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5" name="Image 0" descr="icons/Fi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123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the MVP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Clubs, events, registration, participants, attendance, and basic admin management.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2D1B69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0" name="Image 1" descr="icons/F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8123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91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in the MVP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46520" y="2377440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payment, QR attendance, real-time chat, GPS, mobile app, and advanced analytics.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features may be considered later, but they are not required for the current submission.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1F114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62432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514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3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 provides a simple centralized solution for university clubs and events.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67588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66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3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event discovery, registration, and participant management more organized.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72744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617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3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intentionally kept small so the core system can be completed, tested, and demonstrated within the available time.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1F11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474720" cy="3474720"/>
          </a:xfrm>
          <a:prstGeom prst="ellipse">
            <a:avLst/>
          </a:prstGeom>
          <a:solidFill>
            <a:srgbClr val="1F114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23560" y="3337560"/>
            <a:ext cx="9144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5204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0" y="5212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Dooms  •  Batch 4B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5559552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Forhad Hossen   |   Rupok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598932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System Analysis Lab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2026-08-28T22:45:26Z</dcterms:created>
  <dcterms:modified xsi:type="dcterms:W3CDTF">2026-08-28T22:45:26Z</dcterms:modified>
</cp:coreProperties>
</file>